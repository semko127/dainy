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패브릭 청소기 비교 분석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비셀 하이드로스팀 vs Donlim 다용도 패브릭 청소기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73152" cy="3749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비셀 하이드로스팀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SpotClean HydroSteam 3791S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₩499,000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스펙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흡입력: 13,000Pa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스팀온도: 100°C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물탱크: 1.3L / 오수탱크: 1.1L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무게: 6.8kg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평점: ⭐ 4.5/5.0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장점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564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4가지 청소모드 (일반/고온/스팀/스팀분사)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99.99% 살균력 (진드기/빈대 제거)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음성안내 스마트 시스템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글로벌 브랜드 신뢰성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4114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단점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3251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높은 가격대 (약 50만원)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유선 사용 (이동성 제한)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무게감 있음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206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43000"/>
            <a:ext cx="73152" cy="3749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Donlim 다용도 패브릭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스팟클린 스팀청소기 (플래그십)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 미정 (신규 출시)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148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스펙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3774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흡입력: 15,000Pa (더 강력)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스팀온도: 170°C (초고온)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물탱크: 1.3L / 오수탱크: 1.4L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스팀분사: 245g/분, 2.5bar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평점: 리뷰 부족 (신규 출시)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3246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장점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4564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초고온 스팀 170°C (업계 최고 수준)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더 강력한 흡입력 15,000Pa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자가세척 시스템 내장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레드닷 디자인 어워드 수상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92040" y="4114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단점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43251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한국 신규 진입 (사용후기 부족)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A/S 네트워크 미확인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중국 브랜드 인지도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4937760"/>
            <a:ext cx="859536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834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비셀코리아, 전자신문, 아시아투데이, Vacuum Wars, Red Dot Design (2025년 1월 검색)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패브릭 청소기 비교 분석</dc:title>
  <dc:subject>PptxGenJS Presentation</dc:subject>
  <dc:creator>Claude</dc:creator>
  <cp:lastModifiedBy>Claude</cp:lastModifiedBy>
  <cp:revision>1</cp:revision>
  <dcterms:created xsi:type="dcterms:W3CDTF">2026-01-28T11:50:33Z</dcterms:created>
  <dcterms:modified xsi:type="dcterms:W3CDTF">2026-01-28T11:50:33Z</dcterms:modified>
</cp:coreProperties>
</file>